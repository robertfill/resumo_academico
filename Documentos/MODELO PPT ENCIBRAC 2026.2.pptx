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  <p:cmAuthor id="1" name="User" initials="U" lastIdx="1" clrIdx="1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4979/ambiente.vi.1677" TargetMode="External"/><Relationship Id="rId7" Type="http://schemas.openxmlformats.org/officeDocument/2006/relationships/comments" Target="../comments/commen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doi.org/10.70773/revistatopicos/786385368" TargetMode="External"/><Relationship Id="rId4" Type="http://schemas.openxmlformats.org/officeDocument/2006/relationships/hyperlink" Target="https://doi.org/10.35699/edur.v41i41.57645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448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TEMÁTICA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Renata Costa, Me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Andrea Ono, </a:t>
            </a: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Dr</a:t>
            </a:r>
            <a:endParaRPr lang="pt-BR" altLang="pt-BR" sz="12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Arthur Arias da Silva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Filipe Robert Soares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Herlon Filgueiras Verissimo de Oliveira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</a:t>
            </a:r>
            <a:r>
              <a:rPr lang="es-ES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Juan Pablo Camilo dos Santos 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085" y="5979110"/>
            <a:ext cx="3045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400" dirty="0"/>
              <a:t>QUI Design Profissional - N1_ (</a:t>
            </a:r>
            <a:r>
              <a:rPr lang="pt-BR" sz="1400" dirty="0" err="1"/>
              <a:t>Not</a:t>
            </a:r>
            <a:r>
              <a:rPr lang="pt-BR" sz="1400" dirty="0"/>
              <a:t>) _BRAZG_BRAZ GRAD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466" y="3489273"/>
            <a:ext cx="473524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• Inteligência Artificial • Educação • Aprendizagem 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243712"/>
            <a:ext cx="6130925" cy="524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PROBLEMÁTICA</a:t>
            </a: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Mediação do educador;</a:t>
            </a: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Mudança no ensino e aprendizagem;</a:t>
            </a: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Desafios</a:t>
            </a: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JUSTIFICATIVA</a:t>
            </a: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Auxílio na aprendizagem;</a:t>
            </a: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Organização e planejamento de aulas;</a:t>
            </a: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Otimização de tempo;</a:t>
            </a: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Utilização responsável e ética;</a:t>
            </a: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682" y="629126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 GERAL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 Evolução da IA;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Impactos na educação e aprendizagem;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Utilização pedagógica em salas;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	</a:t>
            </a: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OBJETIVOS ESPECÍFICOS</a:t>
            </a: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Aplicação no ambiente pedagógico;</a:t>
            </a: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Pensamento crítico e autonomia;</a:t>
            </a: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Mecanismo e uso pedagógico</a:t>
            </a: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897" y="625320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lnSpc>
                <a:spcPct val="100000"/>
              </a:lnSpc>
              <a:buFont typeface="Wingdings" pitchFamily="2" charset="2"/>
              <a:buChar char="ü"/>
            </a:pPr>
            <a:r>
              <a:rPr lang="pt-BR" sz="1400" dirty="0"/>
              <a:t>Temática: Evolução da Inteligência Artificial na educação.                Pesquisadores: Alessi, Pereira e Grossi (2025).</a:t>
            </a:r>
          </a:p>
          <a:p>
            <a:pPr marL="171450" indent="-171450">
              <a:lnSpc>
                <a:spcPct val="100000"/>
              </a:lnSpc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lnSpc>
                <a:spcPct val="100000"/>
              </a:lnSpc>
              <a:buFont typeface="Wingdings" pitchFamily="2" charset="2"/>
              <a:buChar char="ü"/>
            </a:pPr>
            <a:r>
              <a:rPr lang="pt-BR" sz="1400" dirty="0"/>
              <a:t>Temática: Usos pedagógicos da IA nos processos de ensino e aprendizagem. Pesquisador: Samuel Durso  (2025).</a:t>
            </a:r>
          </a:p>
          <a:p>
            <a:pPr marL="171450" indent="-171450">
              <a:lnSpc>
                <a:spcPct val="100000"/>
              </a:lnSpc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lnSpc>
                <a:spcPct val="100000"/>
              </a:lnSpc>
              <a:buFont typeface="Wingdings" pitchFamily="2" charset="2"/>
              <a:buChar char="ü"/>
            </a:pPr>
            <a:r>
              <a:rPr lang="pt-BR" sz="1400" dirty="0"/>
              <a:t>Temática: Benefícios e desafios da IA no ambiente educacional.             Pesquisadores: Marilene de Macedo e Silva et al. (2026).</a:t>
            </a:r>
          </a:p>
          <a:p>
            <a:pPr marL="171450" indent="-171450">
              <a:lnSpc>
                <a:spcPct val="100000"/>
              </a:lnSpc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lnSpc>
                <a:spcPct val="100000"/>
              </a:lnSpc>
              <a:buFont typeface="Wingdings" pitchFamily="2" charset="2"/>
              <a:buChar char="ü"/>
            </a:pPr>
            <a:r>
              <a:rPr lang="pt-BR" sz="1400" dirty="0"/>
              <a:t>Temática: Ética, pensamento crítico e riscos de dependência tecnológica. Pesquisador: Samuel Durso (2025).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/>
              <a:t>Temática: Importância social da IA na educação e mediação do professor. Pesquisadores: Alessi, Pereira e Grossi (2025); Durso (2025).</a:t>
            </a: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/>
              <a:t>Temática: Letramento em Inteligência Artificial e formação docente. Pesquisadores: Alessi, Pereira e Grossi (2025).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/>
              <a:t>Temática: Lacunas na aplicação prática da IA nas escolas brasileiras e necessidade de pesquisas de longo prazo.                                            Pesquisadores: Alessi, Pereira e Grossi (2025); Durso (2025); Silva et al. (2026).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Compreender a evolução da Inteligência Artificial na educação.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Identificar benefícios e riscos do uso da IA no ensino e na aprendizagem.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Destacar a importância do professor como mediador do conhecimento.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Incentivar o uso crítico, ético e responsável da IA.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Contribuir para a melhoria das práticas pedagógicas e da formação docente.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/>
              <a:t>ALESSI, Rodrigo Felipe; PEREIRA, Ana Lucia; GROSSI, Luciane. O letramento em inteligência artificial na educação: uma revisão sistemática de literatura. Ambiente: Gestão e Desenvolvimento, SIPEC, 2025. DOI: </a:t>
            </a:r>
            <a:r>
              <a:rPr lang="pt-BR" sz="1400" dirty="0">
                <a:hlinkClick r:id="rId3"/>
              </a:rPr>
              <a:t>https://doi.org/10.24979/ambiente.vi.1677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/>
              <a:t>DURSO, Samuel. O uso da inteligência artificial na educação e o desenvolvimento de competências dos estudantes. Educação em Revista, Belo Horizonte, v. 41, n. 41, 2025. DOI: </a:t>
            </a:r>
            <a:r>
              <a:rPr lang="pt-BR" sz="1400" dirty="0">
                <a:hlinkClick r:id="rId4"/>
              </a:rPr>
              <a:t>https://doi.org/10.35699/edur.v41i41.57645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 algn="just">
              <a:buFont typeface="Wingdings" pitchFamily="2" charset="2"/>
              <a:buChar char="ü"/>
            </a:pPr>
            <a:r>
              <a:rPr lang="pt-BR" sz="1400" dirty="0"/>
              <a:t>SILVA, Marilene de Macedo e et al. Inteligência artificial na educação: desafios e oportunidades no processo de ensino-aprendizagem. Revista Tópicos, Rio de Janeiro, v. 4, n. 36, p. 1-27, 2026. DOI: </a:t>
            </a:r>
            <a:r>
              <a:rPr lang="pt-BR" sz="1400" dirty="0">
                <a:hlinkClick r:id="rId5"/>
              </a:rPr>
              <a:t>https://doi.org/10.70773/revistatopicos/786385368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“Obrigado pela atenção”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544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FILIPE</cp:lastModifiedBy>
  <cp:revision>37</cp:revision>
  <dcterms:created xsi:type="dcterms:W3CDTF">2021-05-14T17:32:15Z</dcterms:created>
  <dcterms:modified xsi:type="dcterms:W3CDTF">2026-10-15T22:31:35Z</dcterms:modified>
</cp:coreProperties>
</file>